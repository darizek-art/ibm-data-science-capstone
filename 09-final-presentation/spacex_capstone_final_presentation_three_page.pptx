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ff57a529824c5a" /><Relationship Type="http://schemas.openxmlformats.org/officeDocument/2006/relationships/extended-properties" Target="/docProps/app.xml" Id="R593f24fdd5434c33" /><Relationship Type="http://schemas.openxmlformats.org/officeDocument/2006/relationships/officeDocument" Target="/ppt/presentation.xml" Id="R170c4526441a49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26450c85d8493f"/>
  </p:sldMasterIdLst>
  <p:notesMasterIdLst>
    <p:notesMasterId xmlns:r="http://schemas.openxmlformats.org/officeDocument/2006/relationships" r:id="R00049ed7c78f4212"/>
  </p:notesMasterIdLst>
  <p:sldIdLst>
    <p:sldId xmlns:r="http://schemas.openxmlformats.org/officeDocument/2006/relationships" id="256" r:id="R44cf21c1c415449e"/>
    <p:sldId xmlns:r="http://schemas.openxmlformats.org/officeDocument/2006/relationships" id="257" r:id="R685b12d7c4ae4e3a"/>
    <p:sldId xmlns:r="http://schemas.openxmlformats.org/officeDocument/2006/relationships" id="258" r:id="R74fe8f12f87240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d0daf307c480a" /><Relationship Type="http://schemas.openxmlformats.org/officeDocument/2006/relationships/slideMaster" Target="/ppt/slideMasters/slideMaster1.xml" Id="R6326450c85d8493f" /><Relationship Type="http://schemas.openxmlformats.org/officeDocument/2006/relationships/notesMaster" Target="/ppt/notesMasters/notesMaster1.xml" Id="R00049ed7c78f4212" /><Relationship Type="http://schemas.openxmlformats.org/officeDocument/2006/relationships/presProps" Target="/ppt/presProps.xml" Id="Rc1bb51b929f943c5" /><Relationship Type="http://schemas.openxmlformats.org/officeDocument/2006/relationships/viewProps" Target="/ppt/viewProps.xml" Id="R17751c989c5341c3" /><Relationship Type="http://schemas.openxmlformats.org/officeDocument/2006/relationships/tableStyles" Target="/ppt/tableStyles.xml" Id="Rb940d0aa6abc4631" /><Relationship Type="http://schemas.openxmlformats.org/officeDocument/2006/relationships/slide" Target="/ppt/slides/slide1.xml" Id="R44cf21c1c415449e" /><Relationship Type="http://schemas.openxmlformats.org/officeDocument/2006/relationships/slide" Target="/ppt/slides/slide2.xml" Id="R685b12d7c4ae4e3a" /><Relationship Type="http://schemas.openxmlformats.org/officeDocument/2006/relationships/slide" Target="/ppt/slides/slide3.xml" Id="R74fe8f12f87240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8596038c56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fe9e5002124543" /><Relationship Type="http://schemas.openxmlformats.org/officeDocument/2006/relationships/notesMaster" Target="/ppt/notesMasters/notesMaster1.xml" Id="R8f307596261c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2b507260d94028" /><Relationship Type="http://schemas.openxmlformats.org/officeDocument/2006/relationships/notesMaster" Target="/ppt/notesMasters/notesMaster1.xml" Id="R03913937d1f04a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5a86dc73144ce5" /><Relationship Type="http://schemas.openxmlformats.org/officeDocument/2006/relationships/notesMaster" Target="/ppt/notesMasters/notesMaster1.xml" Id="Rb7b56de9b01346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558d20b0f4a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aefda4eee47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b7239381345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dbd433f794a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ba957e90a47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6463507ae42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3c7cdc4624f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c829c6f7e43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052ee6958404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71ba02f6840e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5198f38524d7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5f1757c8d404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95f581c09466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143833A4-0BA8-4893-90F5-2490ED19807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D34E64-B344-4CDD-89AE-B43FBEF373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59f4daf6841e4" /><Relationship Type="http://schemas.openxmlformats.org/officeDocument/2006/relationships/slideLayout" Target="/ppt/slideLayouts/slideLayout1.xml" Id="R668695080435410e" /><Relationship Type="http://schemas.openxmlformats.org/officeDocument/2006/relationships/slideLayout" Target="/ppt/slideLayouts/slideLayout2.xml" Id="Rd8ff3a1638ff450b" /><Relationship Type="http://schemas.openxmlformats.org/officeDocument/2006/relationships/slideLayout" Target="/ppt/slideLayouts/slideLayout3.xml" Id="R5d20c34394594378" /><Relationship Type="http://schemas.openxmlformats.org/officeDocument/2006/relationships/slideLayout" Target="/ppt/slideLayouts/slideLayout4.xml" Id="R9792899eea03436a" /><Relationship Type="http://schemas.openxmlformats.org/officeDocument/2006/relationships/slideLayout" Target="/ppt/slideLayouts/slideLayout5.xml" Id="R59202a1fdcec4731" /><Relationship Type="http://schemas.openxmlformats.org/officeDocument/2006/relationships/slideLayout" Target="/ppt/slideLayouts/slideLayout6.xml" Id="R65c24c3e54cc4898" /><Relationship Type="http://schemas.openxmlformats.org/officeDocument/2006/relationships/slideLayout" Target="/ppt/slideLayouts/slideLayout7.xml" Id="R0e12a75c70fb4d19" /><Relationship Type="http://schemas.openxmlformats.org/officeDocument/2006/relationships/slideLayout" Target="/ppt/slideLayouts/slideLayout8.xml" Id="R39c528a9d32449a8" /><Relationship Type="http://schemas.openxmlformats.org/officeDocument/2006/relationships/slideLayout" Target="/ppt/slideLayouts/slideLayout9.xml" Id="R1de70a8171914332" /><Relationship Type="http://schemas.openxmlformats.org/officeDocument/2006/relationships/slideLayout" Target="/ppt/slideLayouts/slideLayout10.xml" Id="R0bb74f577e2446c0" /><Relationship Type="http://schemas.openxmlformats.org/officeDocument/2006/relationships/slideLayout" Target="/ppt/slideLayouts/slideLayout11.xml" Id="Rfd74b6bb5e804735" /><Relationship Type="http://schemas.openxmlformats.org/officeDocument/2006/relationships/slideLayout" Target="/ppt/slideLayouts/slideLayout12.xml" Id="R5136d7093c944688" /><Relationship Type="http://schemas.openxmlformats.org/officeDocument/2006/relationships/slideLayout" Target="/ppt/slideLayouts/slideLayout13.xml" Id="Rdcfcd82702194c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14772" y="6025573"/>
            <a:ext cx="2743200" cy="401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0">
                <a:solidFill>
                  <a:srgbClr val="1C7DDB"/>
                </a:solidFill>
                <a:latin typeface="Abadi"/>
                <a:ea typeface="Abadi"/>
                <a:cs typeface="Abadi"/>
              </a:defRPr>
            </a:lvl1pPr>
          </a:lstStyle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695080435410e"/>
    <p:sldLayoutId xmlns:r="http://schemas.openxmlformats.org/officeDocument/2006/relationships" id="2147483650" r:id="Rd8ff3a1638ff450b"/>
    <p:sldLayoutId xmlns:r="http://schemas.openxmlformats.org/officeDocument/2006/relationships" id="2147483651" r:id="R5d20c34394594378"/>
    <p:sldLayoutId xmlns:r="http://schemas.openxmlformats.org/officeDocument/2006/relationships" id="2147483652" r:id="R9792899eea03436a"/>
    <p:sldLayoutId xmlns:r="http://schemas.openxmlformats.org/officeDocument/2006/relationships" id="2147483653" r:id="R59202a1fdcec4731"/>
    <p:sldLayoutId xmlns:r="http://schemas.openxmlformats.org/officeDocument/2006/relationships" id="2147483654" r:id="R65c24c3e54cc4898"/>
    <p:sldLayoutId xmlns:r="http://schemas.openxmlformats.org/officeDocument/2006/relationships" id="2147483655" r:id="R0e12a75c70fb4d19"/>
    <p:sldLayoutId xmlns:r="http://schemas.openxmlformats.org/officeDocument/2006/relationships" id="2147483656" r:id="R39c528a9d32449a8"/>
    <p:sldLayoutId xmlns:r="http://schemas.openxmlformats.org/officeDocument/2006/relationships" id="2147483657" r:id="R1de70a8171914332"/>
    <p:sldLayoutId xmlns:r="http://schemas.openxmlformats.org/officeDocument/2006/relationships" id="2147483658" r:id="R0bb74f577e2446c0"/>
    <p:sldLayoutId xmlns:r="http://schemas.openxmlformats.org/officeDocument/2006/relationships" id="2147483659" r:id="Rfd74b6bb5e804735"/>
    <p:sldLayoutId xmlns:r="http://schemas.openxmlformats.org/officeDocument/2006/relationships" id="2147483660" r:id="R5136d7093c944688"/>
    <p:sldLayoutId xmlns:r="http://schemas.openxmlformats.org/officeDocument/2006/relationships" id="2147483661" r:id="Rdcfcd82702194cf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c072e981041dc" /><Relationship Type="http://schemas.openxmlformats.org/officeDocument/2006/relationships/image" Target="/ppt/media/image.png" Id="R3568233ee6e543d0" /><Relationship Type="http://schemas.openxmlformats.org/officeDocument/2006/relationships/notesSlide" Target="/ppt/notesSlides/notesSlide1.xml" Id="Ra389a6b9eb8645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1503fa6214124" /><Relationship Type="http://schemas.openxmlformats.org/officeDocument/2006/relationships/image" Target="/ppt/media/image.png" Id="Re0e966863b7a4314" /><Relationship Type="http://schemas.openxmlformats.org/officeDocument/2006/relationships/image" Target="/ppt/media/image2.png" Id="R34861aa8486c437c" /><Relationship Type="http://schemas.openxmlformats.org/officeDocument/2006/relationships/image" Target="/ppt/media/image3.png" Id="R9ecec58d44744b23" /><Relationship Type="http://schemas.openxmlformats.org/officeDocument/2006/relationships/image" Target="/ppt/media/image4.png" Id="Rf1867025bd204e92" /><Relationship Type="http://schemas.openxmlformats.org/officeDocument/2006/relationships/notesSlide" Target="/ppt/notesSlides/notesSlide2.xml" Id="R33cbcd0fed0b42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418faaaa94b30" /><Relationship Type="http://schemas.openxmlformats.org/officeDocument/2006/relationships/image" Target="/ppt/media/image.png" Id="R42c44fa5222d415b" /><Relationship Type="http://schemas.openxmlformats.org/officeDocument/2006/relationships/image" Target="/ppt/media/image5.png" Id="Rf3ae4d785ad44e12" /><Relationship Type="http://schemas.openxmlformats.org/officeDocument/2006/relationships/image" Target="/ppt/media/image6.png" Id="R455be0ad91524dd8" /><Relationship Type="http://schemas.openxmlformats.org/officeDocument/2006/relationships/notesSlide" Target="/ppt/notesSlides/notesSlide3.xml" Id="R09e5a977e00c43f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568233ee6e543d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AD75FED6-38D0-DE9C-92C0-6E7FA635581C}" type="slidenum">
              <a:t>1</a:t>
            </a:fld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03" y="2684972"/>
            <a:ext cx="4017889" cy="1039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311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Final Presentation PDF • GitHub repository contains all completed notebooks and Python files.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t>Executive Summary: 90 model-ready launches; landing success was 66.7%; top test accuracy was 83.3%.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Introduction: predict Falcon 9 first-stage landing success because recovery can reduce launch cost.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t>Data Collection &amp; Wrangling: SpaceX API and Wikipedia; cleaned records; binary Class label.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EDA/Data Visualisation &amp; Classification: charts and SQL assessed site, orbit, payload and time; four models were evaluated.</a:t>
            </a: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Executive Summary, Introduction, and Methodology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69DDC-DFB9-4B4C-8B0A-194E2F9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0e966863b7a431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34027" y="1825625"/>
            <a:ext cx="10551583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EDA: landing success rose as operations matured.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SQL: four successful drone-ship recoveries were identified at 4,000–6,000 kg.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Folium: green/red outcomes and a 0.08 km proximity measurement were mapped.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Plotly Dash: CCAFS SLC 40 showed 95% successful and 5% failed launches.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EDA, SQL, Folium &amp; Dash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4D98-3819-48A2-BBDA-EAC1AB0E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61aa8486c437c"/>
          <a:stretch xmlns:a="http://schemas.openxmlformats.org/drawingml/2006/main"/>
        </p:blipFill>
        <p:spPr>
          <a:xfrm xmlns:a="http://schemas.openxmlformats.org/drawingml/2006/main">
            <a:off x="666750" y="4012625"/>
            <a:ext cx="3429000" cy="1928374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ec58d44744b23"/>
          <a:stretch xmlns:a="http://schemas.openxmlformats.org/drawingml/2006/main"/>
        </p:blipFill>
        <p:spPr>
          <a:xfrm xmlns:a="http://schemas.openxmlformats.org/drawingml/2006/main">
            <a:off x="4737137" y="4000500"/>
            <a:ext cx="2717726" cy="195262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67025bd204e92"/>
          <a:stretch xmlns:a="http://schemas.openxmlformats.org/drawingml/2006/main"/>
        </p:blipFill>
        <p:spPr>
          <a:xfrm xmlns:a="http://schemas.openxmlformats.org/drawingml/2006/main">
            <a:off x="8096250" y="4010279"/>
            <a:ext cx="3429000" cy="1933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2c44fa5222d415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0" y="2082114"/>
            <a:ext cx="5325989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 fontScale="87244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Predictive Analysis (Classification): Logistic Regression, SVM and KNN tied at 83.3%.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t>Confusion matrix: 12 correct landings; 3 missed non-landings; 3 false landing predictions.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Creativity: Folium proximity and Plotly Dash linked geography, payload and outcomes.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Innovative insight: success rose with maturity; site, orbit, payload and flight number mattered.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Conclusion: useful signal, but the small test set warrants caution.</a:t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Prediction Results, Creativity, and 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149CD-B06E-4A05-80C9-1B4F6DCA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e4d785ad44e12"/>
          <a:stretch xmlns:a="http://schemas.openxmlformats.org/drawingml/2006/main"/>
        </p:blipFill>
        <p:spPr>
          <a:xfrm xmlns:a="http://schemas.openxmlformats.org/drawingml/2006/main">
            <a:off x="7921813" y="1809750"/>
            <a:ext cx="2634874" cy="20478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be0ad91524dd8"/>
          <a:stretch xmlns:a="http://schemas.openxmlformats.org/drawingml/2006/main"/>
        </p:blipFill>
        <p:spPr>
          <a:xfrm xmlns:a="http://schemas.openxmlformats.org/drawingml/2006/main">
            <a:off x="7570500" y="4095750"/>
            <a:ext cx="3337500" cy="190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2026-07-19T12:36:15.5660000Z</dcterms:created>
  <dcterms:modified xsi:type="dcterms:W3CDTF">2026-07-19T12:36:15.5660000Z</dcterms:modified>
</coreProperties>
</file>